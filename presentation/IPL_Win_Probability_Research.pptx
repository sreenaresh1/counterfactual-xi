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IPL XI Command Center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Win Probability · Counterfactuals · SHAP Explainability · MLOps Monitoring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version: v1.1.0-stacking-ml · Updated: 2026-04-29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overview: UI, API, model artifacts, and monitoring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feature engineering (25 engineered match-state signals)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stack performance, thresholding, and explainability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decisioning + counterfactual lab + momentum timeline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governance, drift reports, and franchise intelligence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layers connected end-to-end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index.html command center (live probability + labs)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(main.py) with 16 endpoints (OpenAPI 3.0)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stacking ML classifier (version v1.1.0-stacking-ml)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SHAP local (ball_index) + global importance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drift monitor, audit log, retrain trigger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Snapshot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dataset/matches.csv + dataset/deliveries.csv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292608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274320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1,095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418588"/>
            <a:ext cx="274320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23360" y="1645920"/>
            <a:ext cx="292608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1737360"/>
            <a:ext cx="274320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260,920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114800" y="2418588"/>
            <a:ext cx="274320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1645920"/>
            <a:ext cx="292608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1737360"/>
            <a:ext cx="274320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406640" y="2418588"/>
            <a:ext cx="274320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Columns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292608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291840"/>
            <a:ext cx="274320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973068"/>
            <a:ext cx="274320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Columns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6217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Ball-by-ball deliveries joined with match metadata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split: 96,000 / 24,000 rows (model_metadata.json)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features: 25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overs_remaining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wickets_remaining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cumulative_runs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balls_remaining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required_run_rate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current_run_rate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runs_last_6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wickets_last_6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match_phase_encoded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innings_type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pressure_index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momentum_short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momentum_medium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boundary_intensity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collapse_indicator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resource_remaining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match_progress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rr_pressure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wicket_pressure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win_pressure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momentum_swing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momentum_acceleration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collapse_risk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runs_last_12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model: stacking ML (ML-only mode)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 classifier (artifacts/stacking_model_bundle.joblib)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threshold: 0.34 · Prediction mode: ml_only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weights: w_ml 1, w_dl 0 · DL enabled: false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75488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4632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70.1625%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558698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475488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484632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0.7910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97680" y="558698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80960" y="475488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484632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96,000 / 24,000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772400" y="558698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Rows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Model Metrics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metadata + baseline comparison snapshot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70.1625%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266090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82880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92024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0.7910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297680" y="266090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680960" y="182880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0" y="192024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772400" y="266090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Threshold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6616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430682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Count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347472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356616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96,000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297680" y="430682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Rows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680960" y="3474720"/>
            <a:ext cx="310896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B24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3566160"/>
            <a:ext cx="292608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24,000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772400" y="430682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Rows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Match Decision Support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POST /api/predict (stacking ML)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25 match-state features (score, wickets, balls, RRR, momentum)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win probability, predicted_class, confidence band, latency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model_version, prediction_mode, hybrid weights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Counterfactual Simulation Lab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POST /api/counterfactual + /api/whatif_grid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scenarios: Aggressive, Defensive, Wicket loss, Optimal over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scenario builder with runs/balls/wickets deltas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grid: run deltas × wicket deltas with win-prob shift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Momentum &amp; Pressure Timeline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GET /api/match_timeline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Ball-by-ball win probability with pressure + momentum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120-ball timeline with wicket/boundary markers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 controls for replay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Explainability (SHAP)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/api/shap_values + /api/global_importance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waterfall for a specific ball_index query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feature importance ranking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show direction and magnitude for each feature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MLOps Monitoring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/api/monitor_status + /api/audit_log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tracking + performance flags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keeps the latest monitoring actions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monitoring reports stored in artifacts/monitoring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 Governance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POST /api/trigger_retrain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captures drift + performance flags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pipeline: Data Pull → Preprocess → Train → Evaluate → Deploy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queued job id for governance reviews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Franchise Intelligence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/api/franchise_stats + /api/franchise_insight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season filters for stats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win-prob heatmap (batting vs bowling)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insight text for tactical gaps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Surface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 in openapi_spec.yaml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/api/health, /api/model_metadata, /api/data_stats, /api/openapi_yaml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/api/predict, /api/live_update, /api/counterfactual, /api/whatif_grid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/api/match_timeline, /api/shap_values, /api/global_importance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/api/monitor_status, /api/audit_log; POST /api/trigger_retrain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/api/batch_predict, /api/franchise_insight, /api/research_summary; GET /api/franchise_stats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&amp; Integration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 + Model artifacts connected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12700">
            <a:solidFill>
              <a:srgbClr val="FFB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index.html dashboard (live API calls)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service in main.py + OpenAPI spec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artifacts: artifacts/*.joblib + model_metadata.json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reports written to artifacts/monitoring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IPL XI Command Center</dc:title>
  <dc:subject>IPL Win Probability Command Center</dc:subject>
  <dc:creator>IPL XI Analytics</dc:creator>
  <cp:lastModifiedBy>IPL XI Analytics</cp:lastModifiedBy>
  <cp:revision>1</cp:revision>
  <dcterms:created xsi:type="dcterms:W3CDTF">2026-04-29T09:01:53Z</dcterms:created>
  <dcterms:modified xsi:type="dcterms:W3CDTF">2026-04-29T09:01:53Z</dcterms:modified>
</cp:coreProperties>
</file>