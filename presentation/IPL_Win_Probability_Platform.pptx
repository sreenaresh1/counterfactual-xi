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XI Command Center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Win Probability · Counterfactuals · SHAP · MLOps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of the IPL XI Command Center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Match Decision Support (Win Probability)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'What-If' Simulation Lab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Momentum &amp; Pressure Timeline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(SHAP)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Governance &amp; Monitoring Dashboard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Intelligence &amp; Export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historical IPL matches (2007/08 to 2024)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92608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2743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1,095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418588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645920"/>
            <a:ext cx="292608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737360"/>
            <a:ext cx="2743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260,920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0" y="2418588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645920"/>
            <a:ext cx="292608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737360"/>
            <a:ext cx="2743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06640" y="2418588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292608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2743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" y="3973068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Columns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 &amp;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ML Ensemble (Version: v1.1.0-stacking-ml)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10896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70.16%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66090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310896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0240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0.7910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0" y="266090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1828800"/>
            <a:ext cx="310896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920240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0" y="266090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310896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66160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" y="43068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474720"/>
            <a:ext cx="310896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566160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96,000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97680" y="43068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3474720"/>
            <a:ext cx="310896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566160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24,000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772400" y="43068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Match Decision Support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Win Probability &amp; Tactical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ball-by-ball win probability dynamically using 25 match-state features.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required run rate (RRR), current run rate (CRR), and momentum swings.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actionable insights: attack strategies, collapse warnings, and phase-specific tactics.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 'What-If' Simulation 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Scenario Planning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preset strategies: 'Aggressive Over', 'Defensive Over', 'Wicket Loss'.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custom scenarios adjusting runs, balls, and wickets.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probability shifts using comparative heatmaps (Runs vs. Wickets).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Momentum &amp; Pressure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Match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win probability against pressure index over 120 balls.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momentum acceleration and swing points.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markers for boundaries, wickets, and critical phases.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Explainability (SHAP)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Machine Learning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Importance: Identifies top drivers like overs remaining, RRR, and pressure index.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Attribution (Waterfall): Explains individual ball predictions feature-by-feature.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transparency and trust in model predictions for franchise analysts.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Governance &amp; Monitoring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&amp; System Health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feature drift (PSI) and Z-shifts.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threshold alerts triggering retraining pipelines when performance (AUC) degrades.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exhaustive audit log for all automated actions.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Franchise Intelligence &amp; Export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Team-Specific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phase-wise win probabilities (Powerplay, Middle, Death).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metrics radar and RRR benchmarks for chases.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 generation to guide auction strategies and lineup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IPL XI Command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XI Command Center - Live Win Probability Intelligence</dc:title>
  <dc:subject>IPL Win Probability Platform</dc:subject>
  <dc:creator>IPL Analytics Team</dc:creator>
  <cp:lastModifiedBy>IPL Analytics Team</cp:lastModifiedBy>
  <cp:revision>1</cp:revision>
  <dcterms:created xsi:type="dcterms:W3CDTF">2026-05-01T06:18:53Z</dcterms:created>
  <dcterms:modified xsi:type="dcterms:W3CDTF">2026-05-01T06:18:53Z</dcterms:modified>
</cp:coreProperties>
</file>